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Handle security questions early.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Sales Enablement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ICP: 10–200 employees</a:t>
            </a:r>
          </a:p>
          <a:p>
            <a:pPr/>
            <a:r>
              <a:t>Top objections</a:t>
            </a:r>
          </a:p>
          <a:p>
            <a:pPr/>
            <a:r>
              <a:t>Pricing tiers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Playbook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Discovery call</a:t>
            </a:r>
          </a:p>
          <a:p>
            <a:pPr/>
            <a:r>
              <a:t>Tailored demo</a:t>
            </a:r>
          </a:p>
          <a:p>
            <a:pPr/>
            <a:r>
              <a:t>Follow-up email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