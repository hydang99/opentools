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scope tight.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Kickoff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Agenda overview</a:t>
            </a:r>
          </a:p>
          <a:p>
            <a:pPr/>
            <a:r>
              <a:t>Team introductions</a:t>
            </a:r>
          </a:p>
          <a:p>
            <a:pPr/>
            <a:r>
              <a:t>Timeline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Ship MVP in 6 weeks</a:t>
            </a:r>
          </a:p>
          <a:p>
            <a:pPr/>
            <a:r>
              <a:t>Collect user feedback</a:t>
            </a:r>
          </a:p>
          <a:p>
            <a:pPr/>
            <a:r>
              <a:t>Stabilize infra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Assign owners</a:t>
            </a:r>
          </a:p>
          <a:p>
            <a:pPr/>
            <a:r>
              <a:t>Create tickets</a:t>
            </a:r>
          </a:p>
          <a:p>
            <a:pPr/>
            <a:r>
              <a:t>Daily standup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