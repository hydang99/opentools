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Marketing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Channels: email, social, ads</a:t>
            </a:r>
          </a:p>
          <a:p>
            <a:pPr/>
            <a:r>
              <a:t>Budget: $50K</a:t>
            </a:r>
          </a:p>
          <a:p>
            <a:pPr/>
            <a:r>
              <a:t>KPIs: signups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promo</a:t>
            </a:r>
          </a:p>
          <a:p>
            <a:pPr/>
            <a:r>
              <a:t>Referral program</a:t>
            </a:r>
          </a:p>
          <a:p>
            <a:pPr/>
            <a:r>
              <a:t>Webinar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