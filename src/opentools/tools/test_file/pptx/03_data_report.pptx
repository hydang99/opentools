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with last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Data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Active users: 12,340</a:t>
            </a:r>
          </a:p>
          <a:p>
            <a:pPr/>
            <a:r>
              <a:t>DAU/MAU: 22%</a:t>
            </a:r>
          </a:p>
          <a:p>
            <a:pPr/>
            <a:r>
              <a:t>Churn: 3.1%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Onboarding improved</a:t>
            </a:r>
          </a:p>
          <a:p>
            <a:pPr/>
            <a:r>
              <a:t>Feature X retained users</a:t>
            </a:r>
          </a:p>
          <a:p>
            <a:pPr/>
            <a:r>
              <a:t>Support tickets down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Double down on Feature X</a:t>
            </a:r>
          </a:p>
          <a:p>
            <a:pPr/>
            <a:r>
              <a:t>Revise onboarding tips</a:t>
            </a:r>
          </a:p>
          <a:p>
            <a:pPr/>
            <a:r>
              <a:t>Update FAQ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