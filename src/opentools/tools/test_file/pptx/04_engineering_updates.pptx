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Thanks to build caching.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Engineering Updates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Release v1.2.0</a:t>
            </a:r>
          </a:p>
          <a:p>
            <a:pPr/>
            <a:r>
              <a:t>Bug fix backlog -20%</a:t>
            </a:r>
          </a:p>
          <a:p>
            <a:pPr/>
            <a:r>
              <a:t>CI speed +30%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OAuth support</a:t>
            </a:r>
          </a:p>
          <a:p>
            <a:pPr/>
            <a:r>
              <a:t>Offline mode</a:t>
            </a:r>
          </a:p>
          <a:p>
            <a:pPr/>
            <a:r>
              <a:t>Perf improvements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