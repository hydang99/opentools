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Adhere to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Briefing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2FA required</a:t>
            </a:r>
          </a:p>
          <a:p>
            <a:pPr/>
            <a:r>
              <a:t>Quarterly audits</a:t>
            </a:r>
          </a:p>
          <a:p>
            <a:pPr/>
            <a:r>
              <a:t>Vendor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Least privilege</a:t>
            </a:r>
          </a:p>
          <a:p>
            <a:pPr/>
            <a:r>
              <a:t>Rotate keys</a:t>
            </a:r>
          </a:p>
          <a:p>
            <a:pPr/>
            <a:r>
              <a:t>Encrypted backups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