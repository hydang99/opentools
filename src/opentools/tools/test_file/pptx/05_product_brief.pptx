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3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it simple.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Target Q2.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 Brief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Problem: slow workflows</a:t>
            </a:r>
          </a:p>
          <a:p>
            <a:pPr/>
            <a:r>
              <a:t>Solution: smart templates</a:t>
            </a:r>
          </a:p>
          <a:p>
            <a:pPr/>
            <a:r>
              <a:t>Audience: SMBs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Value Props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Save time</a:t>
            </a:r>
          </a:p>
          <a:p>
            <a:pPr/>
            <a:r>
              <a:t>Reduce errors</a:t>
            </a:r>
          </a:p>
          <a:p>
            <a:pPr/>
            <a:r>
              <a:t>Easy to adopt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Release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Private beta</a:t>
            </a:r>
          </a:p>
          <a:p>
            <a:pPr/>
            <a:r>
              <a:t>Public beta</a:t>
            </a:r>
          </a:p>
          <a:p>
            <a:pPr/>
            <a:r>
              <a:t>GA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