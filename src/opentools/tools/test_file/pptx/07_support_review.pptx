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Great work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CSAT: 4.6/5</a:t>
            </a:r>
          </a:p>
          <a:p>
            <a:pPr/>
            <a:r>
              <a:t>Median first reply: 1h</a:t>
            </a:r>
          </a:p>
          <a:p>
            <a:pPr/>
            <a:r>
              <a:t>Escalations 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Self-serve guides</a:t>
            </a:r>
          </a:p>
          <a:p>
            <a:pPr/>
            <a:r>
              <a:t>Macros for common issues</a:t>
            </a:r>
          </a:p>
          <a:p>
            <a:pPr/>
            <a:r>
              <a:t>Weekend coverage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help center IA</a:t>
            </a:r>
          </a:p>
          <a:p>
            <a:pPr/>
            <a:r>
              <a:t>Tagging cleanup</a:t>
            </a:r>
          </a:p>
          <a:p>
            <a:pPr/>
            <a:r>
              <a:t>SLA policy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