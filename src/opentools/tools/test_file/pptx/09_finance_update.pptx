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Monitoring CAC.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Runway: 14 months</a:t>
            </a:r>
          </a:p>
          <a:p>
            <a:pPr/>
            <a:r>
              <a:t>Burn: $220K/mo</a:t>
            </a:r>
          </a:p>
          <a:p>
            <a:pPr/>
            <a:r>
              <a:t>ARR: $1.8M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+20% by Q4</a:t>
            </a:r>
          </a:p>
          <a:p>
            <a:pPr/>
            <a:r>
              <a:t>Reduce burn 10%</a:t>
            </a:r>
          </a:p>
          <a:p>
            <a:pPr/>
            <a:r>
              <a:t>Hiring freeze lift?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