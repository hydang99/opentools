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retro action items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Retrospective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Went well: collaboration</a:t>
            </a:r>
          </a:p>
          <a:p>
            <a:pPr/>
            <a:r>
              <a:t>To improve: planning</a:t>
            </a:r>
          </a:p>
          <a:p>
            <a:pPr/>
            <a:r>
              <a:t>Actions: estimate better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Focus: quality</a:t>
            </a:r>
          </a:p>
          <a:p>
            <a:pPr/>
            <a:r>
              <a:t>Limit WIP</a:t>
            </a:r>
          </a:p>
          <a:p>
            <a:pPr/>
            <a:r>
              <a:t>Pair programming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